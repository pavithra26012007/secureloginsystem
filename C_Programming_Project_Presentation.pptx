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70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2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shanmugham" userId="c6c7dab66cb46c55" providerId="LiveId" clId="{14AB1F92-649D-4977-BC1B-3215535690BF}"/>
    <pc:docChg chg="custSel delSld modSld">
      <pc:chgData name="pavithra shanmugham" userId="c6c7dab66cb46c55" providerId="LiveId" clId="{14AB1F92-649D-4977-BC1B-3215535690BF}" dt="2026-04-08T01:13:34.715" v="46" actId="21"/>
      <pc:docMkLst>
        <pc:docMk/>
      </pc:docMkLst>
      <pc:sldChg chg="addSp modSp del mod">
        <pc:chgData name="pavithra shanmugham" userId="c6c7dab66cb46c55" providerId="LiveId" clId="{14AB1F92-649D-4977-BC1B-3215535690BF}" dt="2026-04-08T01:10:57.678" v="35" actId="2696"/>
        <pc:sldMkLst>
          <pc:docMk/>
          <pc:sldMk cId="0" sldId="258"/>
        </pc:sldMkLst>
        <pc:spChg chg="add">
          <ac:chgData name="pavithra shanmugham" userId="c6c7dab66cb46c55" providerId="LiveId" clId="{14AB1F92-649D-4977-BC1B-3215535690BF}" dt="2026-04-08T01:10:42.009" v="34" actId="22"/>
          <ac:spMkLst>
            <pc:docMk/>
            <pc:sldMk cId="0" sldId="258"/>
            <ac:spMk id="5" creationId="{F336835F-2585-3EDE-AB53-A4638E96BBD6}"/>
          </ac:spMkLst>
        </pc:spChg>
        <pc:spChg chg="mod">
          <ac:chgData name="pavithra shanmugham" userId="c6c7dab66cb46c55" providerId="LiveId" clId="{14AB1F92-649D-4977-BC1B-3215535690BF}" dt="2026-04-08T01:10:27.817" v="33" actId="20577"/>
          <ac:spMkLst>
            <pc:docMk/>
            <pc:sldMk cId="0" sldId="258"/>
            <ac:spMk id="9" creationId="{0C85FF5D-CD2F-4426-529F-5CEF3A9FD067}"/>
          </ac:spMkLst>
        </pc:spChg>
      </pc:sldChg>
      <pc:sldChg chg="delSp modSp mod">
        <pc:chgData name="pavithra shanmugham" userId="c6c7dab66cb46c55" providerId="LiveId" clId="{14AB1F92-649D-4977-BC1B-3215535690BF}" dt="2026-04-08T01:11:11.104" v="37" actId="21"/>
        <pc:sldMkLst>
          <pc:docMk/>
          <pc:sldMk cId="0" sldId="259"/>
        </pc:sldMkLst>
        <pc:spChg chg="del mod">
          <ac:chgData name="pavithra shanmugham" userId="c6c7dab66cb46c55" providerId="LiveId" clId="{14AB1F92-649D-4977-BC1B-3215535690BF}" dt="2026-04-08T01:11:11.104" v="37" actId="21"/>
          <ac:spMkLst>
            <pc:docMk/>
            <pc:sldMk cId="0" sldId="259"/>
            <ac:spMk id="5" creationId="{828D31F9-3AA8-3431-1E27-0DB06F2FF460}"/>
          </ac:spMkLst>
        </pc:spChg>
      </pc:sldChg>
      <pc:sldChg chg="addSp delSp modSp mod">
        <pc:chgData name="pavithra shanmugham" userId="c6c7dab66cb46c55" providerId="LiveId" clId="{14AB1F92-649D-4977-BC1B-3215535690BF}" dt="2026-04-08T01:13:34.715" v="46" actId="21"/>
        <pc:sldMkLst>
          <pc:docMk/>
          <pc:sldMk cId="0" sldId="260"/>
        </pc:sldMkLst>
        <pc:spChg chg="del">
          <ac:chgData name="pavithra shanmugham" userId="c6c7dab66cb46c55" providerId="LiveId" clId="{14AB1F92-649D-4977-BC1B-3215535690BF}" dt="2026-04-08T01:13:09.815" v="43" actId="21"/>
          <ac:spMkLst>
            <pc:docMk/>
            <pc:sldMk cId="0" sldId="260"/>
            <ac:spMk id="2" creationId="{00000000-0000-0000-0000-000000000000}"/>
          </ac:spMkLst>
        </pc:spChg>
        <pc:spChg chg="del">
          <ac:chgData name="pavithra shanmugham" userId="c6c7dab66cb46c55" providerId="LiveId" clId="{14AB1F92-649D-4977-BC1B-3215535690BF}" dt="2026-04-08T01:13:02.312" v="42" actId="21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pavithra shanmugham" userId="c6c7dab66cb46c55" providerId="LiveId" clId="{14AB1F92-649D-4977-BC1B-3215535690BF}" dt="2026-04-08T01:12:48.896" v="41" actId="21"/>
          <ac:spMkLst>
            <pc:docMk/>
            <pc:sldMk cId="0" sldId="260"/>
            <ac:spMk id="5" creationId="{0CBAC279-35D5-0BBE-450A-E804D915FEFC}"/>
          </ac:spMkLst>
        </pc:spChg>
        <pc:spChg chg="add del mod">
          <ac:chgData name="pavithra shanmugham" userId="c6c7dab66cb46c55" providerId="LiveId" clId="{14AB1F92-649D-4977-BC1B-3215535690BF}" dt="2026-04-08T01:13:34.715" v="46" actId="21"/>
          <ac:spMkLst>
            <pc:docMk/>
            <pc:sldMk cId="0" sldId="260"/>
            <ac:spMk id="7" creationId="{18F1D1A7-F23A-FE3D-E4B3-654F111EE5F6}"/>
          </ac:spMkLst>
        </pc:spChg>
        <pc:spChg chg="add del mod">
          <ac:chgData name="pavithra shanmugham" userId="c6c7dab66cb46c55" providerId="LiveId" clId="{14AB1F92-649D-4977-BC1B-3215535690BF}" dt="2026-04-08T01:13:23.460" v="45" actId="21"/>
          <ac:spMkLst>
            <pc:docMk/>
            <pc:sldMk cId="0" sldId="260"/>
            <ac:spMk id="11" creationId="{8DABA471-F210-ADEF-3782-E3D8337117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08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74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9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0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02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5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80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119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8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8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9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C Programming Project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818" y="2106273"/>
            <a:ext cx="7172138" cy="374510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1800"/>
            </a:pPr>
            <a:r>
              <a:rPr lang="en-US" dirty="0"/>
              <a:t>Project Title: [Enter your project name]</a:t>
            </a:r>
          </a:p>
          <a:p>
            <a:pPr>
              <a:defRPr sz="1800"/>
            </a:pPr>
            <a:r>
              <a:rPr lang="en-US" dirty="0"/>
              <a:t>Course: C Programming Lab / Mini Project</a:t>
            </a:r>
          </a:p>
          <a:p>
            <a:pPr>
              <a:defRPr sz="1800"/>
            </a:pPr>
            <a:r>
              <a:rPr lang="en-US" dirty="0"/>
              <a:t>Student Name &amp; Roll No: [Enter details]</a:t>
            </a:r>
          </a:p>
          <a:p>
            <a:pPr>
              <a:defRPr sz="1800"/>
            </a:pPr>
            <a:r>
              <a:rPr lang="en-US" dirty="0"/>
              <a:t>Department: Computer Science / IT</a:t>
            </a:r>
          </a:p>
          <a:p>
            <a:pPr>
              <a:defRPr sz="1800"/>
            </a:pPr>
            <a:r>
              <a:rPr lang="en-US" dirty="0"/>
              <a:t>Mentor / Guide: [Name &amp; Designation]</a:t>
            </a:r>
          </a:p>
        </p:txBody>
      </p:sp>
      <p:pic>
        <p:nvPicPr>
          <p:cNvPr id="6" name="Picture 5" descr="A blue and red logo&#10;&#10;AI-generated content may be incorrect.">
            <a:extLst>
              <a:ext uri="{FF2B5EF4-FFF2-40B4-BE49-F238E27FC236}">
                <a16:creationId xmlns:a16="http://schemas.microsoft.com/office/drawing/2014/main" id="{CFCEF9D9-CB8C-30E2-433C-84A56344A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818" y="233332"/>
            <a:ext cx="6743910" cy="16859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F433-401B-D19E-FB5A-E197117D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1B03C-4C13-6DD1-094D-6BE9E2A0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48742-D328-4818-FAD9-B1FF9CFE3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Main goals of the project: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To design and implement a C-based program to automate tasks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To apply core programming logic and modular design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To demonstrate problem-solving and analytical skills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7D9D67E-2EDD-AD2F-274D-985229C8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8AE0C31-BF7B-5210-89F6-48385C0AA50D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71419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Describe the current issue or gap in existing systems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Identify limitations or inefficiencies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Define how your project aims to address these challenges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C193C4A9-4685-FBDF-1F44-578A1FDC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1392A1EC-4E19-57D7-4947-D0EB722C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Structure and workflow of the system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Include diagrams such as: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Flowchart (logic flow)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Algorithm outline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Block diagram (system modules)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5654E17-9978-B47B-C4A4-11E19DF18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834A6CB-2902-1EAD-EE4C-87042FE71220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Module Description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Input Module – Takes user input for processing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Processing Module – Performs calculations or logic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Output Module – Displays the result to the user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File Handling Module – Saves and retrieves data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5BC93063-3800-2D2B-245E-10A062F94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7D6C3E7-2815-9A3E-AF80-69072763500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Algorithm / Flowchart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1. Start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2. Initialize variables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3. Input data from the user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4. Process data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5. Display output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6. Stop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(Insert flowchart image here)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B63DBD0D-A3B9-4586-842A-0AD3CC637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FC3777D-C970-10FF-538B-C6E68751B24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Techniques used: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Loops and conditional statements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Functions and arrays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File handling (fopen, fclose, fprintf, fscanf)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Include a code snippet or screenshot (optional)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796703C0-6481-F787-9366-DCA16D889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E64EB39-C404-5106-DC17-E1DDC0804416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Output Screens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Input screen sample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Output / Result screen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File storage proof (if applicable)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(Insert screenshots here)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071806B7-3E64-159A-B881-802C2EF8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6B2CC93-C258-759E-E047-A48BF6F3EE88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Results &amp; 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Summary of outputs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Comparison with expected results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Accuracy and performance observations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Challenges faced and how they were resolved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3BE39648-BA08-EA97-64BF-0F8447EB7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FBD865B-42DD-1676-B9A1-0990F2FBB94B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 &amp; Future Enhancement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 sz="150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Conclusion: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Project achieved intended objectives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Improved understanding of C concepts and system design</a:t>
            </a:r>
          </a:p>
          <a:p>
            <a:pPr>
              <a:defRPr sz="1800"/>
            </a:pPr>
            <a:endParaRPr lang="en-US" sz="1500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Future Enhancements: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Add GUI support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Integrate with database</a:t>
            </a:r>
          </a:p>
          <a:p>
            <a:pPr>
              <a:defRPr sz="1800"/>
            </a:pPr>
            <a:r>
              <a:rPr lang="en-US" sz="1500">
                <a:solidFill>
                  <a:srgbClr val="FFFFFF"/>
                </a:solidFill>
              </a:rPr>
              <a:t>• Extend functionality for scalability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E33C33AE-CEF9-0AF8-7898-A9FC7E41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C083346-2093-66D1-1B34-0DA04F8577EA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7F247E-B679-44E9-93C2-B2DD5EFB2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E15661-B0F2-42AE-A75B-0999B2CF5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72744" y="484632"/>
            <a:ext cx="8948150" cy="588091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9327" y="788416"/>
            <a:ext cx="7923264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 / Acknowledgement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4706C1-38B7-4C23-8749-906CB0DC8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152" y="484632"/>
            <a:ext cx="2128933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161189-7A5B-4B2B-93DC-777102994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07198" y="1029524"/>
            <a:ext cx="0" cy="914400"/>
          </a:xfrm>
          <a:prstGeom prst="line">
            <a:avLst/>
          </a:prstGeom>
          <a:ln w="19050">
            <a:solidFill>
              <a:schemeClr val="accent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9327" y="2489202"/>
            <a:ext cx="7923264" cy="3554614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References: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Let Us C – Yashavant Kanetkar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C Programming – E. Balagurusamy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Online resources and documentation</a:t>
            </a:r>
          </a:p>
          <a:p>
            <a:pPr>
              <a:defRPr sz="1800"/>
            </a:pPr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Acknowledgement: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• Express gratitude to mentor, department, and team members</a:t>
            </a:r>
          </a:p>
        </p:txBody>
      </p:sp>
      <p:pic>
        <p:nvPicPr>
          <p:cNvPr id="4" name="Picture 3" descr="A blue and red logo&#10;&#10;AI-generated content may be incorrect.">
            <a:extLst>
              <a:ext uri="{FF2B5EF4-FFF2-40B4-BE49-F238E27FC236}">
                <a16:creationId xmlns:a16="http://schemas.microsoft.com/office/drawing/2014/main" id="{A8F9C778-C564-0AE5-96C4-4F5B80AFB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51" y="654831"/>
            <a:ext cx="1877990" cy="46949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34B797E-1E27-7D7C-ACA9-939E1194A594}"/>
              </a:ext>
            </a:extLst>
          </p:cNvPr>
          <p:cNvSpPr txBox="1">
            <a:spLocks/>
          </p:cNvSpPr>
          <p:nvPr/>
        </p:nvSpPr>
        <p:spPr>
          <a:xfrm>
            <a:off x="566451" y="589933"/>
            <a:ext cx="1877990" cy="56132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solidFill>
                  <a:srgbClr val="FFFFFF"/>
                </a:solidFill>
              </a:rPr>
              <a:t>C Programming Project Presentation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D4A79B-06B2-4FE7-9CF6-54D940A8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FA14D-8E4F-42D4-B5A0-9588A6A45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5" y="321731"/>
            <a:ext cx="11551187" cy="62145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9" y="585216"/>
            <a:ext cx="10329671" cy="1499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0B2B88-1A1B-486B-9366-918FE2E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9" y="2286000"/>
            <a:ext cx="10329671" cy="3862971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[Add closing remark or project motto]</a:t>
            </a:r>
          </a:p>
          <a:p>
            <a:pPr>
              <a:defRPr sz="1800"/>
            </a:pPr>
            <a:r>
              <a:rPr lang="en-US">
                <a:solidFill>
                  <a:srgbClr val="FFFFFF"/>
                </a:solidFill>
              </a:rPr>
              <a:t>Questions &amp; Discussions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</TotalTime>
  <Words>406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Tw Cen MT</vt:lpstr>
      <vt:lpstr>Tw Cen MT Condensed</vt:lpstr>
      <vt:lpstr>Wingdings 3</vt:lpstr>
      <vt:lpstr>Integral</vt:lpstr>
      <vt:lpstr>C Programming Project Presentation</vt:lpstr>
      <vt:lpstr>Objective</vt:lpstr>
      <vt:lpstr>Problem Statement</vt:lpstr>
      <vt:lpstr>PowerPoint Presentation</vt:lpstr>
      <vt:lpstr>System Design</vt:lpstr>
      <vt:lpstr>Module Description</vt:lpstr>
      <vt:lpstr>Algorithm / Flowchart</vt:lpstr>
      <vt:lpstr>Implementation</vt:lpstr>
      <vt:lpstr>Output Screens</vt:lpstr>
      <vt:lpstr>Results &amp; Discussion</vt:lpstr>
      <vt:lpstr>Conclusion &amp; Future Enhancement</vt:lpstr>
      <vt:lpstr>References / Acknowledgement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pavithra shanmugham</cp:lastModifiedBy>
  <cp:revision>2</cp:revision>
  <dcterms:created xsi:type="dcterms:W3CDTF">2013-01-27T09:14:16Z</dcterms:created>
  <dcterms:modified xsi:type="dcterms:W3CDTF">2026-04-08T01:13:39Z</dcterms:modified>
  <cp:category/>
</cp:coreProperties>
</file>